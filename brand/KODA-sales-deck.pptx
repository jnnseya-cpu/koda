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MOBILE-MONEY PAYMENT VERIFICATION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screenshot can be faked.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SMS can’t.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money to fake payment screenshots. Verify every mobile-money payment against the operator’s own confirmation SMS — in seconds. Free to start.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fake screenshot is money</a:t>
            </a:r>
            <a:endParaRPr lang="en-US" sz="3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your pocket.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953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3059582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91056" y="2834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can’t tell what’s real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591056" y="31912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is edited, reused or invented in seconds — and it looks exactly like a genuine one.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904488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4266590"/>
            <a:ext cx="318211" cy="31821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91056" y="404164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goods leave, the money doesn’t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591056" y="439826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the order against a fake confirmation and the loss is yours — instantly, and in full.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11496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36752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5473598"/>
            <a:ext cx="318211" cy="31821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91056" y="524865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by hand burns your day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591056" y="56052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Scrolling SMS and matching payments one by one doesn’t scale past a handful of sales.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772400" y="2697480"/>
            <a:ext cx="3840480" cy="3383280"/>
          </a:xfrm>
          <a:prstGeom prst="roundRect">
            <a:avLst>
              <a:gd name="adj" fmla="val 2973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04672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CUSTOMER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046720" y="32461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“I’ve paid! Here’s the screenshot 📸”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686800" y="4160520"/>
            <a:ext cx="2651760" cy="685800"/>
          </a:xfrm>
          <a:prstGeom prst="roundRect">
            <a:avLst>
              <a:gd name="adj" fmla="val 13333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823960" y="4206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“…is it real?”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166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You, every day — with no way to know.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YOU’RE STUCK WITH SCREENSHOTS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“real” fix is a telco contract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you’ll never get.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6492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operator API access means 6–18 months of B2B negotiation — per telco, per country.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small and mid-size merchants are routinely turned away at the door.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millions of sellers are left with the screenshot. Until now.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452360" y="2651760"/>
            <a:ext cx="4160520" cy="3108960"/>
          </a:xfrm>
          <a:prstGeom prst="roundRect">
            <a:avLst>
              <a:gd name="adj" fmla="val 3235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26680" y="2880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TO GO LIVE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API deal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3566160"/>
            <a:ext cx="3611880" cy="384048"/>
          </a:xfrm>
          <a:prstGeom prst="roundRect">
            <a:avLst>
              <a:gd name="adj" fmla="val 14286"/>
            </a:avLst>
          </a:prstGeom>
          <a:solidFill>
            <a:srgbClr val="5A4A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35661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6–18 months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26680" y="452628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8A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26680" y="45262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5074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integration. No contract. Nothing to install on the telco side.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A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818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10972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operator already sends a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SMS.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SMS is the API.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89204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3D2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reads the SMS you already receive — reference, amount, sender, running balance — and turns it into verifiable, replay-locked truth. No operator integration. Ever.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customer pays exactly the way they paid yesterday.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pays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money to your normal merchant number — nothing new to learn.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996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00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00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SMS lands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SMS arrives on your phone, exactly as it always does.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904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904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reads &amp; matches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parses the SMS, matches the customer’s code, and runs the fraud checks.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6047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2079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200400"/>
            <a:ext cx="2083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in ~3 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84048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where you work: a webhook, a ✅ in the chat, or a green card in the console.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ONLY REQUIREMENT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operator texts YOU when you’re paid, KODA works.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verifies against the confirmation SMS your mobile-money operator already sends to your merchant number. The whole checklist: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2847442"/>
            <a:ext cx="395021" cy="39502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accept mobile money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Money, M-Pesa, Airtel, Afrimoney, MTN, Wave — and 200+ more operators.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44314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8634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308" y="2847442"/>
            <a:ext cx="395021" cy="39502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8634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confirmation SMS lands on your phone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18634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your operator sends to your merchant number every time you’re paid.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21701" y="2423160"/>
            <a:ext cx="3503066" cy="2880360"/>
          </a:xfrm>
          <a:prstGeom prst="roundRect">
            <a:avLst>
              <a:gd name="adj" fmla="val 349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96021" y="271576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47442"/>
            <a:ext cx="395021" cy="395021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96021" y="3566160"/>
            <a:ext cx="295442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That’s it — you’re ready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396021" y="4251960"/>
            <a:ext cx="295442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SIM. No new number. Nothing for your customer to download or install.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MEETS EVERY MERCHANT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 Five doors.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smartphone checkout to a feature phone with no internet — your customer confirms however they can.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7450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code in the Verify Console — no code to write.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2829702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734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35" y="2745029"/>
            <a:ext cx="362102" cy="3621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9158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550" dirty="0"/>
          </a:p>
        </p:txBody>
      </p:sp>
      <p:sp>
        <p:nvSpPr>
          <p:cNvPr id="14" name="Text 10"/>
          <p:cNvSpPr txBox="1"/>
          <p:nvPr/>
        </p:nvSpPr>
        <p:spPr>
          <a:xfrm>
            <a:off x="3049158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dropped in the chat is verified in-channel.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092476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48508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2745029"/>
            <a:ext cx="362102" cy="3621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1932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drop-in</a:t>
            </a:r>
            <a:endParaRPr lang="en-US" sz="1550" dirty="0"/>
          </a:p>
        </p:txBody>
      </p:sp>
      <p:sp>
        <p:nvSpPr>
          <p:cNvPr id="19" name="Text 14"/>
          <p:cNvSpPr txBox="1"/>
          <p:nvPr/>
        </p:nvSpPr>
        <p:spPr>
          <a:xfrm>
            <a:off x="5311932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endpoints, a widget, and signed webhooks.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7355251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11283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984" y="2745029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74707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USSD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7574707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a shortcode — any phone, no internet.</a:t>
            </a:r>
            <a:endParaRPr lang="en-US" sz="1180" dirty="0"/>
          </a:p>
        </p:txBody>
      </p:sp>
      <p:sp>
        <p:nvSpPr>
          <p:cNvPr id="25" name="Shape 19"/>
          <p:cNvSpPr/>
          <p:nvPr/>
        </p:nvSpPr>
        <p:spPr>
          <a:xfrm>
            <a:off x="9618025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74057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758" y="2745029"/>
            <a:ext cx="362102" cy="3621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37481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Inbound SMS</a:t>
            </a:r>
            <a:endParaRPr lang="en-US" sz="1550" dirty="0"/>
          </a:p>
        </p:txBody>
      </p:sp>
      <p:sp>
        <p:nvSpPr>
          <p:cNvPr id="29" name="Text 22"/>
          <p:cNvSpPr txBox="1"/>
          <p:nvPr/>
        </p:nvSpPr>
        <p:spPr>
          <a:xfrm>
            <a:off x="9837481" y="3813048"/>
            <a:ext cx="156783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the code (or forward the SMS) to verify.</a:t>
            </a:r>
            <a:endParaRPr lang="en-US" sz="1180" dirty="0"/>
          </a:p>
        </p:txBody>
      </p:sp>
      <p:sp>
        <p:nvSpPr>
          <p:cNvPr id="30" name="Text 23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ANTI-FRAUD, BY DESIGN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lied to.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truth is merchant-side and operator-issued — never anything the buyer can type or edit.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517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Single-use, forever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reference confirms one payment and is locked for life — replays are rejected.</a:t>
            </a:r>
            <a:endParaRPr lang="en-US" sz="1230" dirty="0"/>
          </a:p>
        </p:txBody>
      </p:sp>
      <p:sp>
        <p:nvSpPr>
          <p:cNvPr id="10" name="Shape 7"/>
          <p:cNvSpPr/>
          <p:nvPr/>
        </p:nvSpPr>
        <p:spPr>
          <a:xfrm>
            <a:off x="6144768" y="22860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25420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5176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0608" y="2468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Balance-chain forgery test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50608" y="28529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 streams, the running balances must add up — a forged SMS breaks the chain.</a:t>
            </a:r>
            <a:endParaRPr lang="en-US" sz="1230" dirty="0"/>
          </a:p>
        </p:txBody>
      </p:sp>
      <p:sp>
        <p:nvSpPr>
          <p:cNvPr id="15" name="Shape 11"/>
          <p:cNvSpPr/>
          <p:nvPr/>
        </p:nvSpPr>
        <p:spPr>
          <a:xfrm>
            <a:off x="56692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5196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276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Amount &amp; currency guards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57276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only clears if the amount, currency and window all line up with the order.</a:t>
            </a:r>
            <a:endParaRPr lang="en-US" sz="1230" dirty="0"/>
          </a:p>
        </p:txBody>
      </p:sp>
      <p:sp>
        <p:nvSpPr>
          <p:cNvPr id="20" name="Shape 15"/>
          <p:cNvSpPr/>
          <p:nvPr/>
        </p:nvSpPr>
        <p:spPr>
          <a:xfrm>
            <a:off x="6144768" y="3886200"/>
            <a:ext cx="5349240" cy="1417320"/>
          </a:xfrm>
          <a:prstGeom prst="roundRect">
            <a:avLst>
              <a:gd name="adj" fmla="val 7097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4142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25196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50608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honest confirmation tiers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150608" y="4453128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3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receipt says how strongly it’s proven — self-reported, device-anchored, or operator cross-confirmed.</a:t>
            </a:r>
            <a:endParaRPr lang="en-US" sz="123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KODA IS — AND ISN’T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verify your payments. We never touch your money.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505456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72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payment VERIFICATION service. It reads the operator’s confirmation, fraud-scores and replay-locks it, and tells you in seconds what’s real.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81928" y="214884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6248" y="23957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AE1C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976" y="2505456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7768" y="2450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IS NOT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6574536" y="306324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465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bank, wallet, payment processor, aggregator, escrow or money transmitter. It never holds, moves or settles funds.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434340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0818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money travels directly from customer to you, over the operator’s own network.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is based on merchant-side operator confirmations — fraud-scored and replay-protected — but does not guarantee against operator-side reversals or constitute proof of settlement. KODA makes you first to know.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GLOBAL BY CONSTRUCTION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is a parsing map — not a pile of telco deals.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in the registry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9996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9140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9140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2444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324448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regions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66047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57487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157487" y="3319272"/>
            <a:ext cx="237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families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7839" cy="1600200"/>
          </a:xfrm>
          <a:prstGeom prst="roundRect">
            <a:avLst>
              <a:gd name="adj" fmla="val 6286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" y="4389120"/>
            <a:ext cx="1041775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hand-tuned LIVE packs today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climbing — auto-verify, hands-free. Every other operator is </a:t>
            </a:r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template-ready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multilingual generic parser already structures its SMS at a lower trust band until a precise pack ships. Nothing is claimed as fully supported when it isn’t — and no operator API is ever required.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MODEL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until your merchant actually gets paid.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mo · forever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6477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537917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73909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519629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mo · $0.06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7392E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ln w="25400">
            <a:solidFill>
              <a:srgbClr val="E8A1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1746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35345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439917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/ mo · $0.055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0557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97016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3008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$105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6278728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/ mo · $0.0525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85125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76565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12557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$400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8158277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/ mo · $0.05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964674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56114" y="2368296"/>
            <a:ext cx="14772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92106" y="2834640"/>
            <a:ext cx="16052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037826" y="3566160"/>
            <a:ext cx="15137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volume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663440"/>
            <a:ext cx="11057839" cy="1097280"/>
          </a:xfrm>
          <a:prstGeom prst="roundRect">
            <a:avLst>
              <a:gd name="adj" fmla="val 9167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" y="4864608"/>
            <a:ext cx="104177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“Pay only when your merchant gets paid.”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forever — 10 verifications a month, no card. Beyond your quota, prepaid ACU (topped up via mobile money, verified by KODA’s own engine) covers overage. A plan’s included rate always beats pay-as-you-go.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IN THE NEXT 10 MINUTES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forever. No card. No contract.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free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your account in a minute — 10 verifications every month, free for life.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4314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8634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8634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18634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mobile-money number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618634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merchant number the operator’s confirmation SMS already lands 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1701" y="2286000"/>
            <a:ext cx="3503066" cy="2651760"/>
          </a:xfrm>
          <a:prstGeom prst="roundRect">
            <a:avLst>
              <a:gd name="adj" fmla="val 379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6021" y="2578608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96021" y="257860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396021" y="3383280"/>
            <a:ext cx="295442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96021" y="3977640"/>
            <a:ext cx="2954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customer’s code — a fraud-checked verdict in about three seconds.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257800"/>
            <a:ext cx="4206240" cy="566928"/>
          </a:xfrm>
          <a:prstGeom prst="roundRect">
            <a:avLst>
              <a:gd name="adj" fmla="val 50000"/>
            </a:avLst>
          </a:prstGeom>
          <a:solidFill>
            <a:srgbClr val="E8A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52578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free  →  kodajnn.com/app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DR Congo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5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5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3317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your first payment free —</a:t>
            </a:r>
            <a:endParaRPr lang="en-US" sz="4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 can be faked. The SMS can’t.  ·  Free forever, no card required.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669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kodajnn.com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45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988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88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+243 828 139 153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82128" y="461772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56448" y="4782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503834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koda@kodajnn.com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190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 — a payment verification service; it never holds, moves or settles funds. Groupe Nseya Digital / JNN Global Ltd · Kinshasa, DR Congo.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2026-10-16T11:18:25Z</dcterms:created>
  <dcterms:modified xsi:type="dcterms:W3CDTF">2026-10-16T11:18:25Z</dcterms:modified>
</cp:coreProperties>
</file>