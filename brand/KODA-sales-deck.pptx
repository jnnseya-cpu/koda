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MOBILE-MONEY PAYMENT VERIFICATION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344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600" kern="0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KODA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6974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screenshot can be faked.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SMS can’t.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091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losing money to fake payment screenshots. Verify every mobile-money payment against the operator’s own confirmation SMS — in seconds. Free to start.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</a:t>
            </a:r>
            <a:pPr algn="l" indent="0" marL="0">
              <a:buNone/>
            </a:pPr>
            <a:r>
              <a:rPr lang="en-US" sz="9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fake screenshot is money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your pocket.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2697480"/>
            <a:ext cx="6766560" cy="1051560"/>
          </a:xfrm>
          <a:prstGeom prst="roundRect">
            <a:avLst>
              <a:gd name="adj" fmla="val 9565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95351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3059582"/>
            <a:ext cx="318211" cy="3182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91056" y="283464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can’t tell what’s real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591056" y="31912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 is edited, reused or invented in seconds — and it looks exactly like a genuine one.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904488"/>
            <a:ext cx="6766560" cy="1051560"/>
          </a:xfrm>
          <a:prstGeom prst="roundRect">
            <a:avLst>
              <a:gd name="adj" fmla="val 9565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41605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0" y="4266590"/>
            <a:ext cx="318211" cy="31821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91056" y="4041648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goods leave, the money doesn’t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1591056" y="439826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order against a fake confirmation and the loss is yours — instantly, and in full.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5111496"/>
            <a:ext cx="6766560" cy="1051560"/>
          </a:xfrm>
          <a:prstGeom prst="roundRect">
            <a:avLst>
              <a:gd name="adj" fmla="val 9565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36752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5473598"/>
            <a:ext cx="318211" cy="31821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91056" y="5248656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by hand burns your day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591056" y="560527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SMS and matching payments one by one doesn’t scale past a handful of sales.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772400" y="2697480"/>
            <a:ext cx="3840480" cy="3383280"/>
          </a:xfrm>
          <a:prstGeom prst="roundRect">
            <a:avLst>
              <a:gd name="adj" fmla="val 2973"/>
            </a:avLst>
          </a:prstGeom>
          <a:solidFill>
            <a:srgbClr val="081813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04672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CUSTOMER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046720" y="324612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183880" y="3291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“I’ve paid! Here’s the screenshot 📸”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686800" y="416052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823960" y="4206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F2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“…is it real?”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8046720" y="5166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every day — with no way to know.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</a:t>
            </a:r>
            <a:pPr algn="l" indent="0" marL="0">
              <a:buNone/>
            </a:pPr>
            <a:r>
              <a:rPr lang="en-US" sz="9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YOU’RE STUCK WITH SCREENSHOTS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“real” fix is a telco contract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you’ll never get.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69748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E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operator API access means 6–18 months of B2B negotiation — per telco, per country.</a:t>
            </a:r>
            <a:endParaRPr lang="en-US" sz="155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small and mid-size merchants are routinely turned away at the door.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2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millions of sellers are left with the screenshot. Until now.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52360" y="2651760"/>
            <a:ext cx="4160520" cy="3108960"/>
          </a:xfrm>
          <a:prstGeom prst="roundRect">
            <a:avLst>
              <a:gd name="adj" fmla="val 3235"/>
            </a:avLst>
          </a:prstGeom>
          <a:solidFill>
            <a:srgbClr val="0C231C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26680" y="2880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TO GO LIVE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API deal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26680" y="3566160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5A4A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18120" y="3566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6–18 months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26680" y="452628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8A1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26680" y="45262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50749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integration. No contract. Nothing to install on the telco side.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</a:t>
            </a:r>
            <a:pPr algn="l" indent="0" marL="0">
              <a:buNone/>
            </a:pPr>
            <a:r>
              <a:rPr lang="en-US" sz="9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A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51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818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3736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5A4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already sends a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SMS.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SMS is the API.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8920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D2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 reads the SMS you already receive — reference, amount, sender, running balance — and turns it into verifiable, replay-locked truth. No operator integration. Ever.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customer pays exactly the way they paid yesterday.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2558720" cy="3200400"/>
          </a:xfrm>
          <a:prstGeom prst="roundRect">
            <a:avLst>
              <a:gd name="adj" fmla="val 3931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658368" cy="658368"/>
          </a:xfrm>
          <a:prstGeom prst="ellipse">
            <a:avLst/>
          </a:prstGeom>
          <a:solidFill>
            <a:srgbClr val="E8A1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200400"/>
            <a:ext cx="208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pays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840480"/>
            <a:ext cx="2083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to your normal merchant number — nothing new to learn.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9968" y="2103120"/>
            <a:ext cx="2558720" cy="3200400"/>
          </a:xfrm>
          <a:prstGeom prst="roundRect">
            <a:avLst>
              <a:gd name="adj" fmla="val 3931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6000" y="2377440"/>
            <a:ext cx="658368" cy="658368"/>
          </a:xfrm>
          <a:prstGeom prst="ellipse">
            <a:avLst/>
          </a:prstGeom>
          <a:solidFill>
            <a:srgbClr val="E8A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600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37712" y="3200400"/>
            <a:ext cx="208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SMS lands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3637712" y="3840480"/>
            <a:ext cx="2083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confirmation SMS arrives on your phone, exactly as it always does.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3008" y="2103120"/>
            <a:ext cx="2558720" cy="3200400"/>
          </a:xfrm>
          <a:prstGeom prst="roundRect">
            <a:avLst>
              <a:gd name="adj" fmla="val 3931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9040" y="2377440"/>
            <a:ext cx="658368" cy="658368"/>
          </a:xfrm>
          <a:prstGeom prst="ellipse">
            <a:avLst/>
          </a:prstGeom>
          <a:solidFill>
            <a:srgbClr val="E8A1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904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70752" y="3200400"/>
            <a:ext cx="208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KODA reads &amp; matches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470752" y="3840480"/>
            <a:ext cx="2083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parses the SMS, matches the customer’s code, and runs the fraud checks.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66047" y="2103120"/>
            <a:ext cx="2558720" cy="3200400"/>
          </a:xfrm>
          <a:prstGeom prst="roundRect">
            <a:avLst>
              <a:gd name="adj" fmla="val 3931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2079" y="2377440"/>
            <a:ext cx="658368" cy="658368"/>
          </a:xfrm>
          <a:prstGeom prst="ellipse">
            <a:avLst/>
          </a:prstGeom>
          <a:solidFill>
            <a:srgbClr val="E8A1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2079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200400"/>
            <a:ext cx="208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in ~3 s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840480"/>
            <a:ext cx="2083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where you work: a webhook, a ✅ in the chat, or a green card in the console.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</a:t>
            </a:r>
            <a:pPr algn="l" indent="0" marL="0">
              <a:buNone/>
            </a:pPr>
            <a:r>
              <a:rPr lang="en-US" sz="9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ONLY REQUIREMENT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operator texts YOU when you’re paid, KODA works.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 verifies against the confirmation SMS your mobile-money operator already sends to your merchant number. The whole checklist: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3503066" cy="2880360"/>
          </a:xfrm>
          <a:prstGeom prst="roundRect">
            <a:avLst>
              <a:gd name="adj" fmla="val 3492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7157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2847442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3566160"/>
            <a:ext cx="2954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accept mobile money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4251960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Money, M-Pesa, Airtel, Afrimoney, MTN, Wave — and 200+ more operators.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4314" y="2423160"/>
            <a:ext cx="3503066" cy="2880360"/>
          </a:xfrm>
          <a:prstGeom prst="roundRect">
            <a:avLst>
              <a:gd name="adj" fmla="val 3492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8634" y="27157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2847442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8634" y="3566160"/>
            <a:ext cx="2954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confirmation SMS lands on your phone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8634" y="4251960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your operator sends to your merchant number every time you’re paid.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21701" y="2423160"/>
            <a:ext cx="3503066" cy="2880360"/>
          </a:xfrm>
          <a:prstGeom prst="roundRect">
            <a:avLst>
              <a:gd name="adj" fmla="val 3492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6021" y="27157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694" y="2847442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96021" y="3566160"/>
            <a:ext cx="2954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it — you’re ready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396021" y="4251960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SIM. No new number. Nothing for your customer to download or install.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</a:t>
            </a:r>
            <a:pPr algn="l" indent="0" marL="0">
              <a:buNone/>
            </a:pPr>
            <a:r>
              <a:rPr lang="en-US" sz="9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MEETS EVERY MERCHANT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engine. Five doors.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smartphone checkout to a feature phone with no internet — your customer confirms however they can.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2006742" cy="3017520"/>
          </a:xfrm>
          <a:prstGeom prst="roundRect">
            <a:avLst>
              <a:gd name="adj" fmla="val 5012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243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745029"/>
            <a:ext cx="362102" cy="3621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6384" y="3383280"/>
            <a:ext cx="15678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3813048"/>
            <a:ext cx="15678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code in the Verify Console — no code to write.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2829702" y="2331720"/>
            <a:ext cx="2006742" cy="3017520"/>
          </a:xfrm>
          <a:prstGeom prst="roundRect">
            <a:avLst>
              <a:gd name="adj" fmla="val 5012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85734" y="26243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435" y="2745029"/>
            <a:ext cx="362102" cy="3621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49158" y="3383280"/>
            <a:ext cx="15678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3049158" y="3813048"/>
            <a:ext cx="15678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dropped in the chat is verified in-channel.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5092476" y="2331720"/>
            <a:ext cx="2006742" cy="3017520"/>
          </a:xfrm>
          <a:prstGeom prst="roundRect">
            <a:avLst>
              <a:gd name="adj" fmla="val 5012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48508" y="26243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209" y="2745029"/>
            <a:ext cx="362102" cy="3621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11932" y="3383280"/>
            <a:ext cx="15678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drop-in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5311932" y="3813048"/>
            <a:ext cx="15678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endpoints, a widget, and signed webhooks.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7355251" y="2331720"/>
            <a:ext cx="2006742" cy="3017520"/>
          </a:xfrm>
          <a:prstGeom prst="roundRect">
            <a:avLst>
              <a:gd name="adj" fmla="val 5012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11283" y="26243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984" y="2745029"/>
            <a:ext cx="362102" cy="3621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74707" y="3383280"/>
            <a:ext cx="15678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USSD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7574707" y="3813048"/>
            <a:ext cx="15678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a shortcode — any phone, no internet.</a:t>
            </a:r>
            <a:endParaRPr lang="en-US" sz="1180" dirty="0"/>
          </a:p>
        </p:txBody>
      </p:sp>
      <p:sp>
        <p:nvSpPr>
          <p:cNvPr id="25" name="Shape 19"/>
          <p:cNvSpPr/>
          <p:nvPr/>
        </p:nvSpPr>
        <p:spPr>
          <a:xfrm>
            <a:off x="9618025" y="2331720"/>
            <a:ext cx="2006742" cy="3017520"/>
          </a:xfrm>
          <a:prstGeom prst="roundRect">
            <a:avLst>
              <a:gd name="adj" fmla="val 5012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874057" y="26243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758" y="2745029"/>
            <a:ext cx="362102" cy="3621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837481" y="3383280"/>
            <a:ext cx="15678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SMS</a:t>
            </a:r>
            <a:endParaRPr lang="en-US" sz="1550" dirty="0"/>
          </a:p>
        </p:txBody>
      </p:sp>
      <p:sp>
        <p:nvSpPr>
          <p:cNvPr id="29" name="Text 22"/>
          <p:cNvSpPr txBox="1"/>
          <p:nvPr/>
        </p:nvSpPr>
        <p:spPr>
          <a:xfrm>
            <a:off x="9837481" y="3813048"/>
            <a:ext cx="15678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the code (or forward the SMS) to verify.</a:t>
            </a:r>
            <a:endParaRPr lang="en-US" sz="1180" dirty="0"/>
          </a:p>
        </p:txBody>
      </p:sp>
      <p:sp>
        <p:nvSpPr>
          <p:cNvPr id="30" name="Text 23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</a:t>
            </a:r>
            <a:pPr algn="l" indent="0" marL="0">
              <a:buNone/>
            </a:pPr>
            <a:r>
              <a:rPr lang="en-US" sz="9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ANTI-FRAUD, BY DESIGN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lied to.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is merchant-side and operator-issued — never anything the buyer can type or edit.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420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6517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72768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Single-use, forever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72768" y="2852928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confirms one payment and is locked for life — replays are rejected.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6144768" y="2286000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5420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6517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50608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Balance-chain forgery test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150608" y="2852928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 streams, the running balances must add up — a forged SMS breaks the chain.</a:t>
            </a:r>
            <a:endParaRPr lang="en-US" sz="1230" dirty="0"/>
          </a:p>
        </p:txBody>
      </p:sp>
      <p:sp>
        <p:nvSpPr>
          <p:cNvPr id="15" name="Shape 11"/>
          <p:cNvSpPr/>
          <p:nvPr/>
        </p:nvSpPr>
        <p:spPr>
          <a:xfrm>
            <a:off x="566928" y="3886200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1422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5196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72768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&amp; currency guards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572768" y="4453128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only clears if the amount, currency and window all line up with the order.</a:t>
            </a:r>
            <a:endParaRPr lang="en-US" sz="1230" dirty="0"/>
          </a:p>
        </p:txBody>
      </p:sp>
      <p:sp>
        <p:nvSpPr>
          <p:cNvPr id="20" name="Shape 15"/>
          <p:cNvSpPr/>
          <p:nvPr/>
        </p:nvSpPr>
        <p:spPr>
          <a:xfrm>
            <a:off x="6144768" y="3886200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0" y="41422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392E"/>
          </a:solidFill>
          <a:ln w="12700">
            <a:solidFill>
              <a:srgbClr val="E8A11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25196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50608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honest confirmation tiers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150608" y="4453128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receipt says how strongly it’s proven — self-reported, device-anchored, or operator cross-confirmed.</a:t>
            </a:r>
            <a:endParaRPr lang="en-US" sz="1230" dirty="0"/>
          </a:p>
        </p:txBody>
      </p:sp>
      <p:sp>
        <p:nvSpPr>
          <p:cNvPr id="25" name="Text 19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</a:t>
            </a:r>
            <a:pPr algn="l" indent="0" marL="0">
              <a:buNone/>
            </a:pPr>
            <a:r>
              <a:rPr lang="en-US" sz="9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KODA IS — AND ISN’T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verify your payments. We never touch your money.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C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9572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8181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5054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2450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KODA IS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30632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6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VERIFICATION service. It reads the operator’s confirmation, fraud-scores and replay-locks it, and tells you in seconds what’s real.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81928" y="21488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CC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6248" y="239572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AE1C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5054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7768" y="2450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KODA IS NOT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74536" y="30632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6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bank, wallet, payment processor, aggregator, escrow or money transmitter. It never holds, moves or settles funds.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4343400"/>
            <a:ext cx="11057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8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money travels directly from customer to you, over the operator’s own network.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based on merchant-side operator confirmations — fraud-scored and replay-protected — but does not guarantee against operator-side reversals or constitute proof of settlement. KODA makes you first to know.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BY CONSTRUCTION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is a parsing map — not a pile of telco deals.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558720" cy="1737360"/>
          </a:xfrm>
          <a:prstGeom prst="roundRect">
            <a:avLst>
              <a:gd name="adj" fmla="val 5789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2377440"/>
            <a:ext cx="237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319272"/>
            <a:ext cx="237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in the registry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99968" y="2148840"/>
            <a:ext cx="2558720" cy="1737360"/>
          </a:xfrm>
          <a:prstGeom prst="roundRect">
            <a:avLst>
              <a:gd name="adj" fmla="val 5789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91408" y="2377440"/>
            <a:ext cx="237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491408" y="3319272"/>
            <a:ext cx="237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2558720" cy="1737360"/>
          </a:xfrm>
          <a:prstGeom prst="roundRect">
            <a:avLst>
              <a:gd name="adj" fmla="val 5789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24448" y="2377440"/>
            <a:ext cx="237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324448" y="3319272"/>
            <a:ext cx="237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regions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66047" y="2148840"/>
            <a:ext cx="2558720" cy="1737360"/>
          </a:xfrm>
          <a:prstGeom prst="roundRect">
            <a:avLst>
              <a:gd name="adj" fmla="val 5789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57487" y="2377440"/>
            <a:ext cx="237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9157487" y="3319272"/>
            <a:ext cx="237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families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11057839" cy="1600200"/>
          </a:xfrm>
          <a:prstGeom prst="roundRect">
            <a:avLst>
              <a:gd name="adj" fmla="val 6286"/>
            </a:avLst>
          </a:prstGeom>
          <a:solidFill>
            <a:srgbClr val="0C231C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86968" y="4389120"/>
            <a:ext cx="104177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hand-tuned LIVE packs today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climbing — auto-verify, hands-free. Every other operator is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template-ready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multilingual generic parser already structures its SMS at a lower trust band until a precise pack ships. Nothing is claimed as fully supported when it isn’t — and no operator API is ever required.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</a:t>
            </a:r>
            <a:pPr algn="l" indent="0" marL="0">
              <a:buNone/>
            </a:pPr>
            <a:r>
              <a:rPr lang="en-US" sz="9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until your merchant actually gets paid.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1660093" cy="2148840"/>
          </a:xfrm>
          <a:prstGeom prst="roundRect">
            <a:avLst>
              <a:gd name="adj" fmla="val 6059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2368296"/>
            <a:ext cx="14772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34640"/>
            <a:ext cx="16052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1513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mo · forever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46477" y="2148840"/>
            <a:ext cx="1660093" cy="2148840"/>
          </a:xfrm>
          <a:prstGeom prst="roundRect">
            <a:avLst>
              <a:gd name="adj" fmla="val 6059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37917" y="2368296"/>
            <a:ext cx="14772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73909" y="2834640"/>
            <a:ext cx="16052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2519629" y="3566160"/>
            <a:ext cx="1513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verifs / mo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6026" y="2148840"/>
            <a:ext cx="1660093" cy="2148840"/>
          </a:xfrm>
          <a:prstGeom prst="roundRect">
            <a:avLst>
              <a:gd name="adj" fmla="val 6059"/>
            </a:avLst>
          </a:prstGeom>
          <a:solidFill>
            <a:srgbClr val="17392E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6026" y="2148840"/>
            <a:ext cx="1660093" cy="2148840"/>
          </a:xfrm>
          <a:prstGeom prst="roundRect">
            <a:avLst>
              <a:gd name="adj" fmla="val 6059"/>
            </a:avLst>
          </a:prstGeom>
          <a:ln w="25400">
            <a:solidFill>
              <a:srgbClr val="E8A1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7466" y="2368296"/>
            <a:ext cx="14772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53458" y="2834640"/>
            <a:ext cx="16052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4399178" y="3566160"/>
            <a:ext cx="1513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verifs / mo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05576" y="2148840"/>
            <a:ext cx="1660093" cy="2148840"/>
          </a:xfrm>
          <a:prstGeom prst="roundRect">
            <a:avLst>
              <a:gd name="adj" fmla="val 6059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297016" y="2368296"/>
            <a:ext cx="14772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33008" y="2834640"/>
            <a:ext cx="16052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27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3566160"/>
            <a:ext cx="1513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/ mo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85125" y="2148840"/>
            <a:ext cx="1660093" cy="2148840"/>
          </a:xfrm>
          <a:prstGeom prst="roundRect">
            <a:avLst>
              <a:gd name="adj" fmla="val 6059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176565" y="2368296"/>
            <a:ext cx="14772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12557" y="2834640"/>
            <a:ext cx="16052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2700" dirty="0"/>
          </a:p>
        </p:txBody>
      </p:sp>
      <p:sp>
        <p:nvSpPr>
          <p:cNvPr id="24" name="Text 22"/>
          <p:cNvSpPr txBox="1"/>
          <p:nvPr/>
        </p:nvSpPr>
        <p:spPr>
          <a:xfrm>
            <a:off x="8158277" y="3566160"/>
            <a:ext cx="1513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/ mo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64674" y="2148840"/>
            <a:ext cx="1660093" cy="2148840"/>
          </a:xfrm>
          <a:prstGeom prst="roundRect">
            <a:avLst>
              <a:gd name="adj" fmla="val 6059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056114" y="2368296"/>
            <a:ext cx="14772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992106" y="2834640"/>
            <a:ext cx="16052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037826" y="3566160"/>
            <a:ext cx="1513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volume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663440"/>
            <a:ext cx="11057839" cy="1097280"/>
          </a:xfrm>
          <a:prstGeom prst="roundRect">
            <a:avLst>
              <a:gd name="adj" fmla="val 9167"/>
            </a:avLst>
          </a:prstGeom>
          <a:solidFill>
            <a:srgbClr val="081813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86968" y="4864608"/>
            <a:ext cx="104177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i="1" dirty="0">
                <a:solidFill>
                  <a:srgbClr val="F2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“Pay only when your merchant gets paid.”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forever — 10 verifications a month, no card. Beyond your quota, prepaid ACU (topped up via mobile money, verified by KODA’s own engine) covers overage. A plan’s included rate always beats pay-as-you-go.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</a:t>
            </a:r>
            <a:pPr algn="l" indent="0" marL="0">
              <a:buNone/>
            </a:pPr>
            <a:r>
              <a:rPr lang="en-US" sz="9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IN THE NEXT 10 MINUTES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forever. No card. No contract.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503066" cy="2651760"/>
          </a:xfrm>
          <a:prstGeom prst="roundRect">
            <a:avLst>
              <a:gd name="adj" fmla="val 3793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578608"/>
            <a:ext cx="658368" cy="658368"/>
          </a:xfrm>
          <a:prstGeom prst="ellipse">
            <a:avLst/>
          </a:prstGeom>
          <a:solidFill>
            <a:srgbClr val="E8A1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578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383280"/>
            <a:ext cx="29544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free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97764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 in a minute — 10 verifications every month, free for life.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4314" y="2286000"/>
            <a:ext cx="3503066" cy="2651760"/>
          </a:xfrm>
          <a:prstGeom prst="roundRect">
            <a:avLst>
              <a:gd name="adj" fmla="val 3793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8634" y="2578608"/>
            <a:ext cx="658368" cy="658368"/>
          </a:xfrm>
          <a:prstGeom prst="ellipse">
            <a:avLst/>
          </a:prstGeom>
          <a:solidFill>
            <a:srgbClr val="E8A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8634" y="2578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18634" y="3383280"/>
            <a:ext cx="29544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mobile-money number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8634" y="397764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merchant number the operator’s confirmation SMS already lands 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1701" y="2286000"/>
            <a:ext cx="3503066" cy="2651760"/>
          </a:xfrm>
          <a:prstGeom prst="roundRect">
            <a:avLst>
              <a:gd name="adj" fmla="val 3793"/>
            </a:avLst>
          </a:prstGeom>
          <a:solidFill>
            <a:srgbClr val="123027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6021" y="2578608"/>
            <a:ext cx="658368" cy="658368"/>
          </a:xfrm>
          <a:prstGeom prst="ellipse">
            <a:avLst/>
          </a:prstGeom>
          <a:solidFill>
            <a:srgbClr val="E8A1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6021" y="2578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396021" y="3383280"/>
            <a:ext cx="29544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first payment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96021" y="397764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customer’s code — a fraud-checked verdict in about three seconds.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257800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8A1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52578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 →  kodajnn.com/app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kodajnn.com</a:t>
            </a:r>
            <a:pPr algn="l" indent="0" marL="0">
              <a:buNone/>
            </a:pPr>
            <a:r>
              <a:rPr lang="en-US" sz="9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Groupe Nseya Digital  ·  Kinshasa, DR Congo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34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500" kern="0" dirty="0">
                <a:solidFill>
                  <a:srgbClr val="E8A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KODA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317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first payment free —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E9E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 can be faked. The SMS can’t.  ·  Free forever, no card required.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4617720"/>
            <a:ext cx="3383280" cy="914400"/>
          </a:xfrm>
          <a:prstGeom prst="roundRect">
            <a:avLst>
              <a:gd name="adj" fmla="val 11000"/>
            </a:avLst>
          </a:prstGeom>
          <a:solidFill>
            <a:srgbClr val="0C231C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4782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5038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kodajnn.com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24528" y="4617720"/>
            <a:ext cx="3383280" cy="914400"/>
          </a:xfrm>
          <a:prstGeom prst="roundRect">
            <a:avLst>
              <a:gd name="adj" fmla="val 11000"/>
            </a:avLst>
          </a:prstGeom>
          <a:solidFill>
            <a:srgbClr val="0C231C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98848" y="4782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5038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+243 828 139 153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82128" y="4617720"/>
            <a:ext cx="3383280" cy="914400"/>
          </a:xfrm>
          <a:prstGeom prst="roundRect">
            <a:avLst>
              <a:gd name="adj" fmla="val 11000"/>
            </a:avLst>
          </a:prstGeom>
          <a:solidFill>
            <a:srgbClr val="0C231C"/>
          </a:solidFill>
          <a:ln w="12700">
            <a:solidFill>
              <a:srgbClr val="2A403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56448" y="4782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156448" y="5038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koda@kodajnn.com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KODA — a payment verification service; it never holds, moves or settles funds. Groupe Nseya Digital / JNN Global Ltd · Kinshasa, DR Congo.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2026-10-15T21:25:45Z</dcterms:created>
  <dcterms:modified xsi:type="dcterms:W3CDTF">2026-10-15T21:25:45Z</dcterms:modified>
</cp:coreProperties>
</file>